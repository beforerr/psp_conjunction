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1CC6-0E1C-DEAC-3723-B5D243165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776EC-16A7-1E3C-4B2C-7320D4B1D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DE7E8-4313-93EF-7BA0-1B0AEA50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9CC15-25AB-1117-3960-9F2E97B9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1F92D-F939-07C5-0CE3-99CE6DFB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9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1D1E-0110-BDFE-4721-67421855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38E2-29FA-0B3E-877E-62FC3EB2A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27BD0-71BF-B445-7E99-93576C9C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B7EBA-2818-8631-685D-401CF0F0C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6B54D-8F47-9953-9CCD-57BAAD4D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9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A856-92E5-16F6-4038-E27DCE53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E3F75-7306-3812-B668-523588F87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326B3-3160-EE37-FB37-CFBAD85F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7530-C257-7D0D-029F-7DCFA9FE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C6421-8A38-B4C9-8A94-7EE01E23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5793-505D-7B62-953A-681BA20FC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1C6C-0438-8E11-CECC-E447B8B12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E4195-660B-B679-FAF5-FDF726013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EE983-1501-186F-2FAA-33744DD1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6B6A5-26F2-F185-90C2-E9A96B47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52FD6-32E8-5BA0-7D87-EE9E7B61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4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44C9-DDB5-8894-3459-CFB0B0DB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26CC3-4140-710B-96F6-FED9E551B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7021A-70E9-8CFD-7B87-F6A17D217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7A037-072A-6B67-50A8-1E7139B11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F2355-F83F-940A-B01F-FE84E04BB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74E19-C242-123E-E2B7-A2B52DA8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E6B53-D589-76A4-B4BE-EC641E33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DEEFF-D22A-7879-A657-DA56247A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7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7DB5-B697-481C-1135-8C079B42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15732-D3D4-B180-7C4F-070B84DF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02408-8045-59B3-5C51-E7ADBA3A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109620-5665-1FA5-AC4A-6783658D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5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29018-9532-F097-BC52-4C720B2C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AC2BD-DFDC-7DE4-7052-04A9945A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BABB3-FFFE-D4DF-AAFC-2EEB8B84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3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C094-77A1-0008-AD95-A9BD2970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9022-741F-DE45-259E-21D25E06D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BBE62-0DFB-BC54-89A4-4C2B54F82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4E13E-D634-D167-6625-9E76D7F4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EA82F-E5F4-6135-0BE1-F4ADC4C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583BB-76B0-545E-74CC-26B13D02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6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6D57-6013-9D52-BAB8-58D5776B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6F365-4412-58F8-5B8A-0DF8A1E7C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3F86C-FD08-CE80-92DB-BB1C6D368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99BE1-FB5B-E384-54DA-41BBE85E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4B0A4-354A-E656-1770-A0309737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4090-1474-F0BA-EFAB-0BFDD8B2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3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61DF-C7CC-7A94-C654-9684DB93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8D8D5-9CE2-5715-12B6-2D1B641D8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9CD09-5248-6A22-BE86-65D13CA2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C832D-FC76-D951-F3EC-14E28921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CF5C1-D002-495B-93FE-8D69EC74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7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BEB53-F84A-74BB-B19F-4A70F35B9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4A10-C064-A743-5896-86B4BAFA3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943AC-0786-E32A-8A7D-3972E67E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55E46-250C-B482-65D9-8ADD1839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40DCF-2158-6C3F-4876-C92D8493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9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F26CB-98A8-B03F-0801-3E3B5A07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DE49F-7278-E032-A8ED-2291B66DF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9409C-7B41-AA81-E6E6-240E3F387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51DF-3DED-4440-AA30-22785495711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F4A40-F523-F1CE-3DEE-DF96B61A3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12590-07CE-67DA-FE35-CBAD3D43C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61283-C7D3-3943-A4C0-18936BB80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5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77DE-74C1-93A0-A8C9-A57215EF2E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849C2-8C50-0217-C9BC-ACD30978E3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29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9022-EFEB-B410-51EC-5A7CE741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26D641-10B3-1D0A-5012-8C209EE94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235" y="32775"/>
            <a:ext cx="8531529" cy="6825225"/>
          </a:xfrm>
        </p:spPr>
      </p:pic>
    </p:spTree>
    <p:extLst>
      <p:ext uri="{BB962C8B-B14F-4D97-AF65-F5344CB8AC3E}">
        <p14:creationId xmlns:p14="http://schemas.microsoft.com/office/powerpoint/2010/main" val="1903233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75FA0-5A55-C720-B3B9-40F517A4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oup of graphs showing different thicknesses&#10;&#10;AI-generated content may be incorrect.">
            <a:extLst>
              <a:ext uri="{FF2B5EF4-FFF2-40B4-BE49-F238E27FC236}">
                <a16:creationId xmlns:a16="http://schemas.microsoft.com/office/drawing/2014/main" id="{7C6BC1AF-1ABE-8DA5-5CEE-7999530AD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521" y="607308"/>
            <a:ext cx="10146957" cy="6250692"/>
          </a:xfrm>
        </p:spPr>
      </p:pic>
    </p:spTree>
    <p:extLst>
      <p:ext uri="{BB962C8B-B14F-4D97-AF65-F5344CB8AC3E}">
        <p14:creationId xmlns:p14="http://schemas.microsoft.com/office/powerpoint/2010/main" val="2190950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B51F-C876-D0A0-F4DB-A698F633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485EBF-2F8B-C8F9-F558-29DE62640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12455610" cy="6227805"/>
          </a:xfrm>
        </p:spPr>
      </p:pic>
    </p:spTree>
    <p:extLst>
      <p:ext uri="{BB962C8B-B14F-4D97-AF65-F5344CB8AC3E}">
        <p14:creationId xmlns:p14="http://schemas.microsoft.com/office/powerpoint/2010/main" val="144837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29FB-BB18-2CF3-99CB-E76D7875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15601-B739-6F28-9AD7-2F06F95B9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06" y="864973"/>
            <a:ext cx="10725194" cy="5362597"/>
          </a:xfrm>
        </p:spPr>
      </p:pic>
    </p:spTree>
    <p:extLst>
      <p:ext uri="{BB962C8B-B14F-4D97-AF65-F5344CB8AC3E}">
        <p14:creationId xmlns:p14="http://schemas.microsoft.com/office/powerpoint/2010/main" val="264004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01E8-58F2-8BB7-531B-27893E27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7931C-BFB2-F975-BDD1-053EA4C28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461" y="507212"/>
            <a:ext cx="7969078" cy="5985663"/>
          </a:xfrm>
        </p:spPr>
      </p:pic>
    </p:spTree>
    <p:extLst>
      <p:ext uri="{BB962C8B-B14F-4D97-AF65-F5344CB8AC3E}">
        <p14:creationId xmlns:p14="http://schemas.microsoft.com/office/powerpoint/2010/main" val="143971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Zijin Zhang</dc:creator>
  <cp:lastModifiedBy>Zijin Zhang</cp:lastModifiedBy>
  <cp:revision>1</cp:revision>
  <dcterms:created xsi:type="dcterms:W3CDTF">2025-09-29T17:14:24Z</dcterms:created>
  <dcterms:modified xsi:type="dcterms:W3CDTF">2025-09-29T17:18:52Z</dcterms:modified>
</cp:coreProperties>
</file>